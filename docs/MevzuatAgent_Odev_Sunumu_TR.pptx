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732520" y="-457200"/>
            <a:ext cx="4114800" cy="283464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38360" y="1143000"/>
            <a:ext cx="1920240" cy="192024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1691640"/>
            <a:ext cx="822960" cy="82296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0" y="3977639"/>
            <a:ext cx="3474720" cy="228600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749808"/>
            <a:ext cx="512064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35BED7"/>
                </a:solidFill>
                <a:latin typeface="Aptos"/>
              </a:defRPr>
            </a:pPr>
            <a:r>
              <a:t>PROJE / DÖNEM ÖDEVİ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63040"/>
            <a:ext cx="786384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MevzuatAgent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23160"/>
            <a:ext cx="740664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100" b="0">
                <a:solidFill>
                  <a:srgbClr val="D7E3F0"/>
                </a:solidFill>
                <a:latin typeface="Aptos"/>
              </a:defRPr>
            </a:pPr>
            <a:r>
              <a:t>Mevzuat bilgisini yerel kod incelemesine bağlayan,</a:t>
            </a:r>
            <a:br/>
            <a:r>
              <a:t>onay kapılarıyla çalışan yapay zekâ destekli araç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4005072"/>
            <a:ext cx="1325880" cy="731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70248"/>
            <a:ext cx="71323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Python  •  Ollama  •  LangChain  •  BM25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791456"/>
            <a:ext cx="7589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B9CADC"/>
                </a:solidFill>
                <a:latin typeface="Aptos"/>
              </a:defRPr>
            </a:pPr>
            <a:r>
              <a:t>Türkçe sunum  |  Gereksinimler, mimari, güvenlik ve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B9CADC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B9CADC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01  •  NEDEN BU PROJE?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Mevzuat bilgisini kod kararlarına yaklaştırmak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Dağınık kaynaklar, manuel inceleme ve izlenmesi zor düzeltme adımlarını tek bir kontrollü akışta birleştirir.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64008" cy="19202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Mevzuat PDF bağlantıları</a:t>
            </a:r>
            <a:br/>
            <a:r>
              <a:t>•  Kullanıcının seçtiği Git deposu</a:t>
            </a:r>
            <a:br/>
            <a:r>
              <a:t>•  Yerel Ollama model havuzu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74519"/>
            <a:ext cx="64008" cy="19202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İşleme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Metni parçala ve yerel ara</a:t>
            </a:r>
            <a:br/>
            <a:r>
              <a:t>•  Kapsam/süre tahmini yap</a:t>
            </a:r>
            <a:br/>
            <a:r>
              <a:t>•  İlgili kod ve kaynakları incele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19202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Çıktı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Kanıt bağlantılı bulgular</a:t>
            </a:r>
            <a:br/>
            <a:r>
              <a:t>•  Markdown ve HTML raporları</a:t>
            </a:r>
            <a:br/>
            <a:r>
              <a:t>•  Onaylı düzeltme ve PR akışı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10881360" cy="960120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3251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Temel yaklaşım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279392"/>
            <a:ext cx="84582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223045"/>
                </a:solidFill>
                <a:latin typeface="Aptos"/>
              </a:defRPr>
            </a:pPr>
            <a:r>
              <a:t>Araç karar vermez: mevzuat uzmanının değerlendirmesine kanıt ve izlenebilir iş akışı sağlar.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422392"/>
            <a:ext cx="9875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Hukuk danışmanı değildir; otomatik tarama sonucu hukuki uygunluğu kanıtlamaz.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02  •  GEREKSINIMLER 1–3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Yerel model, orkestrasyon ve mevzuat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İlk üç madde veri akışını ve çalışma teknolojilerini belirler.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64008" cy="25603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1. Uygulama altyapısı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Python ile geliştirme; PyCharm uyumlu proje</a:t>
            </a:r>
            <a:br/>
            <a:r>
              <a:t>•  Ollama üzerinden yerel LLM</a:t>
            </a:r>
            <a:br/>
            <a:r>
              <a:t>•  LangChain Runnable ile tarama akışı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74519"/>
            <a:ext cx="64008" cy="25603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2. Mevzuat belgeleri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mevzuat_link.json bağlantıları okunur</a:t>
            </a:r>
            <a:br/>
            <a:r>
              <a:t>•  PDF'ler yerel diske indirilir</a:t>
            </a:r>
            <a:br/>
            <a:r>
              <a:t>•  Sayfa ve kaynak bilgisi korunur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256032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3. Orta boy parçalar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Sayfa metni yaklaşık 1.200 karakter</a:t>
            </a:r>
            <a:br/>
            <a:r>
              <a:t>•  Yaklaşık 200 karakter örtüşme</a:t>
            </a:r>
            <a:br/>
            <a:r>
              <a:t>•  Yerel BM25 anahtar kelime araması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54880"/>
            <a:ext cx="10881360" cy="75895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892040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1">
                <a:solidFill>
                  <a:srgbClr val="112240"/>
                </a:solidFill>
                <a:latin typeface="Aptos"/>
              </a:defRPr>
            </a:pPr>
            <a:r>
              <a:t>Doğru kapsam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855464"/>
            <a:ext cx="87782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0">
                <a:solidFill>
                  <a:srgbClr val="223045"/>
                </a:solidFill>
                <a:latin typeface="Aptos"/>
              </a:defRPr>
            </a:pPr>
            <a:r>
              <a:t>Mevcut RAG embedding/vektör veritabanı değil; BM25 indeksidir.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03  •  BELGE HAZIRLAMA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PDF'den yerel arama indeksine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Kaynağın konumu parçayla birlikte saklanır; tarama sırasında ilgili bağlam geri çağrılır.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Bağlantı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mevzuat_link.json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4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İndirme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PDF • yerel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30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Metin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sayfa sayfa çıkarım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79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Parçalama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1.200 / 200 karakter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02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48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İndeks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48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BM25 • chunks.jsonl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160520"/>
            <a:ext cx="52852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4160520"/>
            <a:ext cx="64008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288536"/>
            <a:ext cx="49011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Parça üstverisi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4709159"/>
            <a:ext cx="4864608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Kaynak PDF adı, sayfa numarası ve parça metni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4160520"/>
            <a:ext cx="539496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160520"/>
            <a:ext cx="64008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4288536"/>
            <a:ext cx="501091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Sınırlar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709159"/>
            <a:ext cx="497433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OCR, belge sürüm takibi ve vektör arama yoktur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04  •  GEREKSINIMLER 4–6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Depo seçimi, tahmin ve tarama onayı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Kod taraması kullanıcı tahminini görüp açıkça onay vermeden başlamaz.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Depo seç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repo_link.json kaynağı; klonlama öncesi kullanıcı onayı.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Model havuzunu ölç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 Ollama modelleri kıyaslanır; tahmini süreler sunulur.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93024" y="20391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Modeli seç ve onayla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En hızlı model önerilir; kullanıcı isterse başka modeli seçer.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657600"/>
            <a:ext cx="10762488" cy="1042415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822191"/>
            <a:ext cx="18288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Tahminin kapsamı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67328"/>
            <a:ext cx="827532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0">
                <a:solidFill>
                  <a:srgbClr val="223045"/>
                </a:solidFill>
                <a:latin typeface="Aptos"/>
              </a:defRPr>
            </a:pPr>
            <a:r>
              <a:t>Kaynak dosya sayısı + ilgili mevzuat parçaları + model hız ölçümü → yaklaşık token/süre tahmini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074920"/>
            <a:ext cx="102412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Yerel çalışmada parasal API maliyeti hesaplanmaz. Tahmin, kullanıcı onayının yerini tutmaz.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05  •  UÇTAN UCA AKIŞ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Dokuz gereksinim, kontrollü tek bir yaşam döngüsü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adımın çıktısı bir sonraki aşamanın girdisi olur; etkili işlemlerde onay kapısı vardır.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194767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Kaynağı doğrula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bağlantıları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94767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Belgeyi hazırla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indir • parçala • indeksle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1" y="194767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1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Depoyu 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açık klonlama onayı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" y="3429000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Tahmin sun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tüm kurulu modeller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35424" y="3429000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Taramayı çalıştır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model ve kapsam onayı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11311" y="3429000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1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7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Rapor üret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7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• MD • HTML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9536" y="4910328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İlk ikiyi seç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önem ve güven sırası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35424" y="4910328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Düzelt / test 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ayrı onay kapıları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5007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211311" y="4910328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11311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7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PR oluştur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7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son onay •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06  •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Sorumlulukları ayrılmış, yerel çalışan bileşenler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Terminal arayüzü kullanıcıyı yönlendirir; araçlar belirli girdilerle sınırlı işler yapar.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Kullanıcı arayüzü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Türkçe terminal menüsü</a:t>
            </a:r>
            <a:br/>
            <a:r>
              <a:t>•  Yapılandırma ve onay istemleri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1828800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LangChain akışı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Tahmin → onay → tarama</a:t>
            </a:r>
            <a:br/>
            <a:r>
              <a:t>•  Rapor → düzeltme planı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9016" y="1828800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Yerel servisler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Ollama • BM25</a:t>
            </a:r>
            <a:br/>
            <a:r>
              <a:t>•  Git • test araçları • 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03320"/>
            <a:ext cx="3383280" cy="1508760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03320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PDF'ler ve JSON bağlantıları</a:t>
            </a:r>
            <a:br/>
            <a:r>
              <a:t>•  Kullanıcının seçtiği depo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703320"/>
            <a:ext cx="3383280" cy="1508760"/>
          </a:xfrm>
          <a:prstGeom prst="roundRect">
            <a:avLst/>
          </a:prstGeom>
          <a:solidFill>
            <a:srgbClr val="E2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8" y="3703320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Kayıtlar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Yerel indeks ve tarama JSON'u</a:t>
            </a:r>
            <a:br/>
            <a:r>
              <a:t>•  Markdown/HTML raporları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3703320"/>
            <a:ext cx="3383280" cy="150876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9016" y="3703320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Düzeltme alanı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İzole Git worktree</a:t>
            </a:r>
            <a:br/>
            <a:r>
              <a:t>•  Commit / push yalnız PR onayıyla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07  •  TARAMA DOĞRULUĞU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Model çıktısı doğrudan bulgu sayılmaz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Tarama kapsamı Git tarafından izlenen kaynak dosyalarıyla sınırlıdır.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64008" cy="228600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Bağlam seçimi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dosyası için ilgili BM25 parçaları aranır</a:t>
            </a:r>
            <a:br/>
            <a:r>
              <a:t>•  İlgili mevzuat bulunmazsa dosya modele gönderilmez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47088"/>
            <a:ext cx="64008" cy="228600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Kanıt kontrolü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satırı dosyadaki içerikle karşılaştırılır</a:t>
            </a:r>
            <a:br/>
            <a:r>
              <a:t>•  Mevzuat sayfa atfı sunulan kaynakla eşleştirilir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847088"/>
            <a:ext cx="64008" cy="228600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Raporlama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Geçersiz kanıtlı bulgular elenir</a:t>
            </a:r>
            <a:br/>
            <a:r>
              <a:t>•  Kısmi tarama ve sınırlamalar rapora yazılır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26280"/>
            <a:ext cx="10835640" cy="82296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718304"/>
            <a:ext cx="996696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700" b="1">
                <a:solidFill>
                  <a:srgbClr val="112240"/>
                </a:solidFill>
                <a:latin typeface="Aptos"/>
              </a:defRPr>
            </a:pPr>
            <a:r>
              <a:t>Doğrulama, hukuki doğruluk garantisi değildir.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08  •  RAPORLAR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İncelenebilir bulgular ve açık sınırlamalar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tarama için makinece okunabilir JSON ile paylaşılabilir Markdown ve HTML çıktısı üretilir.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783080"/>
            <a:ext cx="6995160" cy="374903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635508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MEVZUAT UYUMLULUK TARAMA RAPORU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23160"/>
            <a:ext cx="6309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Depo  •  dal/commit  •  model  •  tarama kapsamı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880360"/>
            <a:ext cx="6309360" cy="694944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054096"/>
            <a:ext cx="58521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HIGH   |   Kaynak atıflı örnek bulgu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67328"/>
            <a:ext cx="61264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223045"/>
                </a:solidFill>
                <a:latin typeface="Aptos"/>
              </a:defRPr>
            </a:pPr>
            <a:r>
              <a:t>Dosya/satır • güven puanı • mevzuat sayfası • kod kanıtı • öneri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1">
                <a:solidFill>
                  <a:srgbClr val="00AFA0"/>
                </a:solidFill>
                <a:latin typeface="Aptos"/>
              </a:defRPr>
            </a:pPr>
            <a:r>
              <a:t>Kapsam ve sınırlar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773168"/>
            <a:ext cx="612648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637389"/>
                </a:solidFill>
                <a:latin typeface="Aptos"/>
              </a:defRPr>
            </a:pPr>
            <a:r>
              <a:t>Kısmi tarama, atlanan dosyalar ve model hataları ayrıca gösterilir.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Markdown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inceleme ve sürüm kontrolü için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154680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3154680"/>
            <a:ext cx="64008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3282696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703320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Stilli, tarayıcıda açılabilir rapor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434840"/>
            <a:ext cx="64008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4562855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Güven ilkesi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4983479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Bulgu yoksa bu, uygunluk kanıtı değildir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09  •  GEREKSINIM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İlk iki bulgu için kontrollü 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Uygulama, model önerisini otomatik olarak kod tabanına yazmaz.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35915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Sırala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Önem seviyesi ve güven puanıyla ilk iki bulguyu seç.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235915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2384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Öner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Yerel Ollama modelinden değişiklik önerisi 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8928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235915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2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Doğrula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Dosya yolu ve kanıt satırını bulguyla eşleştir.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5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235915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5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İncele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5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Markdown/HTML diff raporunu kullanıcıya göster.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4624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0928" y="2359152"/>
            <a:ext cx="384048" cy="384048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0928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04703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Onayla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3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Açık onaydan sonra izole worktree'de uygula.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133087"/>
            <a:ext cx="10744200" cy="941832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429768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Kaynak depo korunur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261104"/>
            <a:ext cx="795527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223045"/>
                </a:solidFill>
                <a:latin typeface="Aptos"/>
              </a:defRPr>
            </a:pPr>
            <a:r>
              <a:t>Değişiklikler ayrı Git worktree/dalında tutulur; kaynak kopyaya otomatik yazılmaz.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5349240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Önerinin doğruluğu garanti edilmez; insan diff'i inceleyip ayrıca onaylar.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10  •  GEREKSINIM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Test ve GitHub PR için ayrı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Tarama izni; kod çalıştırma, commit veya GitHub'a gönderme izni değildir.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74519"/>
            <a:ext cx="64008" cy="21488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1. Test onayı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Sabit ve desteklenen araç seçilir</a:t>
            </a:r>
            <a:br/>
            <a:r>
              <a:t>•  Zaman aşımı uygulanır</a:t>
            </a:r>
            <a:br/>
            <a:r>
              <a:t>•  Çıktı MD/HTML raporlanır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9976" y="1874519"/>
            <a:ext cx="64008" cy="21488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2. Son kontrol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Test başarılı olmalı</a:t>
            </a:r>
            <a:br/>
            <a:r>
              <a:t>•  Yalnız beklenen dosyalar değişmeli</a:t>
            </a:r>
            <a:br/>
            <a:r>
              <a:t>•  Diff ve dal kullanıcıca incelenmeli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21488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3. PR onayı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gh kimlik doğrulaması gerekir</a:t>
            </a:r>
            <a:br/>
            <a:r>
              <a:t>•  Commit ve push gerçekleşir</a:t>
            </a:r>
            <a:br/>
            <a:r>
              <a:t>•  GitHub PR bağlantısı raporlanır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389120"/>
            <a:ext cx="10762488" cy="80467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90288"/>
            <a:ext cx="102870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12240"/>
                </a:solidFill>
                <a:latin typeface="Aptos"/>
              </a:defRPr>
            </a:pPr>
            <a:r>
              <a:t>Gerçek GitHub PR bu proje doğrulamasında açılmadı; PR akışı yerel sahte remote ile test edildi.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11  •  KURULUM VE KULLANIM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macOS'ta anlaşılır, tekrar çalıştırılabilir kurulum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Kurulum; çevreyi hazırlar, isteğe bağlı ağ/model işlemlerini kullanıcıya bırakır.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Başlat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Kurulum.command veya ./install.sh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Kontrol 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macOS • Git • Python 3.10+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20391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Hazırla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.venv ve proje paketleri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6112" y="36393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Doğrula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ve çalışma klasörleri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53712" y="36393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Seçim sun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Ollama • belge • depo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11312" y="36393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Çalıştır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mevzuat-agent Türkçe menüsü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808" y="5257800"/>
            <a:ext cx="10716768" cy="530352"/>
          </a:xfrm>
          <a:prstGeom prst="roundRect">
            <a:avLst/>
          </a:prstGeom>
          <a:solidFill>
            <a:srgbClr val="E2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340096"/>
            <a:ext cx="1037844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Varsayılan davranış: depoları klonlama, model indirme veya mevzuat indirme otomatik onaysız yapılmaz.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12  •  ONAY MODELI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Bir onay, sonraki işlemlere taşınmaz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Etkisi dış sisteme veya kod çalıştırmaya uzanan işlemler kendi onaylarını ister.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16736" y="2487168"/>
            <a:ext cx="640080" cy="64008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6736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Klonla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repo_link.json</a:t>
            </a:r>
            <a:br/>
            <a:r>
              <a:t>depoları indir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84448" y="2487168"/>
            <a:ext cx="640080" cy="640080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Tara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Tahmini gör</a:t>
            </a:r>
            <a:br/>
            <a:r>
              <a:t>modeli ve kapsamı seç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59" y="2487168"/>
            <a:ext cx="640080" cy="640080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59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Değiştir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Diff'i incele</a:t>
            </a:r>
            <a:br/>
            <a:r>
              <a:t>izole dala uygula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61504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19872" y="2487168"/>
            <a:ext cx="640080" cy="64008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9872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Test 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4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Seçilen testleri</a:t>
            </a:r>
            <a:br/>
            <a:r>
              <a:t>çalıştır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7464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9216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87584" y="2487168"/>
            <a:ext cx="640080" cy="640080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87584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2096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PR aç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6376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Commit • push</a:t>
            </a:r>
            <a:br/>
            <a:r>
              <a:t>GitHub PR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782312"/>
            <a:ext cx="10332720" cy="749808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956048"/>
            <a:ext cx="98298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Kullanıcı her kritik adımda kapsamı ve olası yan etkiyi yeniden görür.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13  •  DOĞRULAMA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Otomatik testler akış sınırlarını doğrular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Testler kodun mevzuata uygunluğunu değil, yazılım davranışını ve onay kapılarını denetler.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063240" cy="233172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57400"/>
            <a:ext cx="265176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71800"/>
            <a:ext cx="260604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35BED7"/>
                </a:solidFill>
                <a:latin typeface="Aptos"/>
              </a:defRPr>
            </a:pPr>
            <a:r>
              <a:t>geçen otomatik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502152"/>
            <a:ext cx="2651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900" b="0">
                <a:solidFill>
                  <a:srgbClr val="D5E1EE"/>
                </a:solidFill>
                <a:latin typeface="Aptos"/>
              </a:defRPr>
            </a:pPr>
            <a:r>
              <a:t>13 uyarı: bağımlılık deprecation uyarıları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828800"/>
            <a:ext cx="345643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828800"/>
            <a:ext cx="64008" cy="23317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956816"/>
            <a:ext cx="30723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Kapsanan alanlar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6" y="2377440"/>
            <a:ext cx="3035808" cy="167335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JSON ve RAG hazırlama</a:t>
            </a:r>
            <a:br/>
            <a:r>
              <a:t>•  Model tahmini/onay akışı</a:t>
            </a:r>
            <a:br/>
            <a:r>
              <a:t>•  Kanıt ve rapor üretimi</a:t>
            </a:r>
            <a:br/>
            <a:r>
              <a:t>•  Remediation, test ve PR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1828800"/>
            <a:ext cx="345643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82127" y="1828800"/>
            <a:ext cx="64008" cy="23317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1956816"/>
            <a:ext cx="30723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Test yaklaşımı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377440"/>
            <a:ext cx="3035808" cy="167335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Onaysız adımların reddi</a:t>
            </a:r>
            <a:br/>
            <a:r>
              <a:t>•  İzole geçici Git depoları</a:t>
            </a:r>
            <a:br/>
            <a:r>
              <a:t>•  Sahte GitHub yanıtları</a:t>
            </a:r>
            <a:br/>
            <a:r>
              <a:t>•  Sabit test araçları ve timeout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72000"/>
            <a:ext cx="1024128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0">
                <a:solidFill>
                  <a:srgbClr val="637389"/>
                </a:solidFill>
                <a:latin typeface="Aptos"/>
              </a:defRPr>
            </a:pPr>
            <a:r>
              <a:t>Bu 44 test yazılım davranışını doğrular; gerçek model çıktısı ve sentetik düzeltme kabul testleri ayrıca sınanmıştır.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14  •  TEST VERISI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İki demo, toplam on sentetik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Demo depoları uygulama akışını güvenli biçimde denemek için hazırlanmıştır.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874519"/>
            <a:ext cx="64008" cy="205740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002536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demo1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423160"/>
            <a:ext cx="2980944" cy="1399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 sentetik bulgu</a:t>
            </a:r>
            <a:br/>
            <a:r>
              <a:t>•  Örnek iş kuralı kodu</a:t>
            </a:r>
            <a:br/>
            <a:r>
              <a:t>•  Tarama ve düzeltme raporları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401568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74519"/>
            <a:ext cx="64008" cy="205740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002536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demo2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423160"/>
            <a:ext cx="2980944" cy="1399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 sentetik bulgu</a:t>
            </a:r>
            <a:br/>
            <a:r>
              <a:t>•  İkinci örnek senaryo</a:t>
            </a:r>
            <a:br/>
            <a:r>
              <a:t>•  Tarama ve düzeltme raporları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401568" cy="205740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148840"/>
            <a:ext cx="2944368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112240"/>
                </a:solidFill>
                <a:latin typeface="Aptos"/>
              </a:defRPr>
            </a:pPr>
            <a:r>
              <a:t>YALNIZCA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788920"/>
            <a:ext cx="294436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0">
                <a:solidFill>
                  <a:srgbClr val="223045"/>
                </a:solidFill>
                <a:latin typeface="Aptos"/>
              </a:defRPr>
            </a:pPr>
            <a:r>
              <a:t>Gerçek mevzuat ihlali değildir.</a:t>
            </a:r>
            <a:br/>
            <a:r>
              <a:t>TEST_FIXTURE_NOT_LAW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315968"/>
            <a:ext cx="10680192" cy="841248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517136"/>
            <a:ext cx="10149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12240"/>
                </a:solidFill>
                <a:latin typeface="Aptos"/>
              </a:defRPr>
            </a:pPr>
            <a:r>
              <a:t>Test fixture deposu GitHub'da özeldir. Sentetik kodu üretim sistemlerinde kullanmayın.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15  •  GERÇEK UÇTAN UCA DENEME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Model havuzu test edildi; yanıt kalitesi değişti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2026-10-29: resmî bağlantılardaki PDF'ler indirildi, yerel BM25 indeksi kuruldu ve özel sentetik demo deposu klonlandı.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47088"/>
            <a:ext cx="3401568" cy="2359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47088"/>
            <a:ext cx="64008" cy="23591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 ve hazırlık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2980944" cy="17007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2 mevzuat PDF'i indirildi</a:t>
            </a:r>
            <a:br/>
            <a:r>
              <a:t>•  146 RAG parçası üretildi</a:t>
            </a:r>
            <a:br/>
            <a:r>
              <a:t>•  Test deposu klonlandı</a:t>
            </a:r>
            <a:br/>
            <a:r>
              <a:t>•  2 kaynak dosyası • 6 eşleşen parça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47088"/>
            <a:ext cx="3401568" cy="2359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47088"/>
            <a:ext cx="64008" cy="2359152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97510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Hızlı modeller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395728"/>
            <a:ext cx="2980944" cy="17007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llama3.2:1b · 65,60 token/sn · ~55 sn</a:t>
            </a:r>
            <a:br/>
            <a:r>
              <a:t>•  2 dosyada JSON yanıtı bozuk</a:t>
            </a:r>
            <a:br/>
            <a:r>
              <a:t>•  qwen3:4b · 28,25 token/sn · ~128 sn</a:t>
            </a:r>
            <a:br/>
            <a:r>
              <a:t>•  2 dosyada boş yanıt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47088"/>
            <a:ext cx="3401568" cy="2359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5008" y="1847088"/>
            <a:ext cx="64008" cy="2359152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97510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Gemma sonucu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95728"/>
            <a:ext cx="2980944" cy="17007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gemma3:4b · 25,31 token/sn · ~143 sn</a:t>
            </a:r>
            <a:br/>
            <a:r>
              <a:t>•  2/2 dosya tarandı</a:t>
            </a:r>
            <a:br/>
            <a:r>
              <a:t>•  1 adet LOW bulgu üretildi</a:t>
            </a:r>
            <a:br/>
            <a:r>
              <a:t>•  Atıf/kanıt var; açıklama spekülatif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498848"/>
            <a:ext cx="10753344" cy="89611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663440"/>
            <a:ext cx="10268712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112240"/>
                </a:solidFill>
                <a:latin typeface="Aptos"/>
              </a:defRPr>
            </a:pPr>
            <a:r>
              <a:t>Önemli: hız tahmini çıktı kalitesini ölçmüyor. Gemma bulgusu uzman doğrulaması gerektiriyor; hızlı modellerin hatalı/boş çıktısı tarama raporlarında görünür.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16  •  REMEDIATION KABUL DENEMESI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İlk iki sentetik bulgu, izole dalda test edildi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Model taramasının bulguları tutarsız olduğundan düzeltme hattı önceden etiketlenmiş sentetik fixture bulgularıyla ayrıca sınandı.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39112"/>
            <a:ext cx="384048" cy="384048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Önce başarısız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Yeni kabul testleri iki bilinen hatayı yakaladı.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Öneri ve diff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Model maskenin yanlış tarafını önerdi; incelemede düzeltildi ve worktree'ye uygulandı.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Test ve PR provası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2 kabul testi geçti; push yerel bare remote'a, gh yanıtı taklitçiye yöneldi.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675887"/>
            <a:ext cx="10716768" cy="1078992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77056"/>
            <a:ext cx="22860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Dış GitHub etkisi yok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3813048"/>
            <a:ext cx="76352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223045"/>
                </a:solidFill>
                <a:latin typeface="Aptos"/>
              </a:defRPr>
            </a:pPr>
            <a:r>
              <a:t>Gerçek PR açılmadı. Akışın commit/push/PR bağlantısı adımları gerçek fixture Git geçmişi ve yerel sahte GitHub CLI ile sınandı.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65776"/>
            <a:ext cx="100584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200" b="0">
                <a:solidFill>
                  <a:srgbClr val="637389"/>
                </a:solidFill>
                <a:latin typeface="Aptos"/>
              </a:defRPr>
            </a:pPr>
            <a:r>
              <a:t>Test verisi `TEST_FIXTURE_NOT_LAW` olarak işaretlidir; düzeltmeler hukuki uyumluluk kanıtı değildir.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15  •  GÜVENLIK VE MAHREMIYET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Güvenli varsayılanlar ve açık sınırlar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Kod ve mevzuat bağlamı yerel Ollama'ya gider; tarama akışı bulguları uzman incelemesine sunar.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52120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28800"/>
            <a:ext cx="64008" cy="201168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280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77440"/>
            <a:ext cx="4791456" cy="1353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Klonlama ve tarama kullanıcı onaylıdır</a:t>
            </a:r>
            <a:br/>
            <a:r>
              <a:t>•  Düzeltme ayrı worktree'de uygulanır</a:t>
            </a:r>
            <a:br/>
            <a:r>
              <a:t>•  Test ve PR ayrı onay ister</a:t>
            </a:r>
            <a:br/>
            <a:r>
              <a:t>•  PR için yalnız beklenen dosyalar seçilir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120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64008" cy="201168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56816"/>
            <a:ext cx="48280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Kullanım sorumluluğu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377440"/>
            <a:ext cx="4791456" cy="1353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İndirilen kaynağın güncelliğini denetleyin</a:t>
            </a:r>
            <a:br/>
            <a:r>
              <a:t>•  Yalnız güvendiğiniz projelerde test çalıştırın</a:t>
            </a:r>
            <a:br/>
            <a:r>
              <a:t>•  Model bulgusunu hukuk uzmanına doğrulatın</a:t>
            </a:r>
            <a:br/>
            <a:r>
              <a:t>•  Gerçek depoda yedek ve temiz çalışma alanı kullanın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279392"/>
            <a:ext cx="10671048" cy="89611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498848"/>
            <a:ext cx="1019556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12240"/>
                </a:solidFill>
                <a:latin typeface="Aptos"/>
              </a:defRPr>
            </a:pPr>
            <a:r>
              <a:t>Otomasyon kanıtı düzenler; hukuki görüş, kesin uygunluk kararı veya güvenlik sertifikası vermez.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16  •  GEREKSINIM IZLEME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Ödev maddeleri ve uygulamadaki karşılıkları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Maddeler, konuşmada verilen dokuz gereksinim üzerinden eşleştirilmiştir.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755648"/>
          <a:ext cx="10753344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4069080"/>
                <a:gridCol w="6089904"/>
              </a:tblGrid>
              <a:tr h="4343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91440" marR="73152" marT="32004" marB="18288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Gereksinim</a:t>
                      </a:r>
                    </a:p>
                  </a:txBody>
                  <a:tcPr marL="91440" marR="73152" marT="32004" marB="18288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Uygulamadaki karşılık</a:t>
                      </a:r>
                    </a:p>
                  </a:txBody>
                  <a:tcPr marL="91440" marR="73152" marT="32004" marB="18288">
                    <a:solidFill>
                      <a:srgbClr val="11224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Python/PyCharm • Ollama • LangChain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Proje paketi, yerel model ve Runnable zinciri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mevzuat_link.json'dan indirme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download_mevzuat aracı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Orta boy RAG parçaları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1.200 karakter • 200 örtüşme • BM25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Onaylı depo klonlama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clone_repositories + menü onayı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Model havuzu tahmini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Kurulu modelleri ölç • hızlıyı öner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Tahmin sonrası onaylı tarama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Seçilen model/kapsam onayı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MD ve HTML tarama raporu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Bulgular, kanıt, dosya sonucu, sınır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İlk iki bulguyu iyileştir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Öneri • diff raporu • izole worktree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Top iki bulgu için GitHub PR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Test onayı • son PR onayı • gh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17  •  BILINEN SINIRLAMALAR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Tamamlanan iş ve sonraki geliştirme alanları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Kapsamı dürüstçe ayırmak, model çıktısına gereğinden fazla güvenilmesini önler.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47088"/>
            <a:ext cx="5230368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47088"/>
            <a:ext cx="64008" cy="24231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Uygulanan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4809744" cy="1764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PDF indirme ve sayfa metnini parçalama</a:t>
            </a:r>
            <a:br/>
            <a:r>
              <a:t>•  BM25 ile yerel mevzuat araması</a:t>
            </a:r>
            <a:br/>
            <a:r>
              <a:t>•  Onaylı tarama ve MD/HTML rapor</a:t>
            </a:r>
            <a:br/>
            <a:r>
              <a:t>•  İzole düzeltme, test ve PR akışları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847088"/>
            <a:ext cx="5230368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1847088"/>
            <a:ext cx="64008" cy="24231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97510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Henüz yok / garanti edilmez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395728"/>
            <a:ext cx="4809744" cy="1764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OCR, vektör arama ve belge sürüm takibi</a:t>
            </a:r>
            <a:br/>
            <a:r>
              <a:t>•  Hukuki doğruluğun otomatik kanıtlanması</a:t>
            </a:r>
            <a:br/>
            <a:r>
              <a:t>•  Web arayüzü ve devam ettirilebilir işler</a:t>
            </a:r>
            <a:br/>
            <a:r>
              <a:t>•  Gerçek GitHub PR ile uçtan uca canlı doğrulama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10661904" cy="749808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Sonraki adımlar: PDF rubriğini doğrula • gerçek mevzuat örnekleriyle uzman değerlendirmesi yap • gerçek PR akışını yetkili test deposunda dene.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18  •  KISA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Uygulamayı sunumda nasıl gösteririm?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Sentetik test deposunda, dış sisteme yan etki oluşturmadan ana akışı sergileyin.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984248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Kurulumu başlat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95144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Kurulum.command → Python ve paket kontrolü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83080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984248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20240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Menüyü aç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295144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mevzuat-agent → yapılandırma kontrolü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81528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282696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218688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Demo depoyu seç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93592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Yalnızca test için hazırlanmış sentetik depo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081528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3282696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218688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Tahmini gör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593592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 Ollama modelleri ve süreler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379976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581144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517136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Raporu incele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892040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Kaynak/kanıt ve tarama kapsamı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379976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4581144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517136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Düzeltmeyi göster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892040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İzole dal ve diff; PR onayı verme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749808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35BED7"/>
                </a:solidFill>
                <a:latin typeface="Aptos"/>
              </a:defRPr>
            </a:pPr>
            <a:r>
              <a:t>ÖZET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353312"/>
            <a:ext cx="9875520" cy="1572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İzlenebilir analiz.</a:t>
            </a:r>
            <a:br/>
            <a:r>
              <a:t>Açık onay. İnsan kararı.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10128"/>
            <a:ext cx="978408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700" b="0">
                <a:solidFill>
                  <a:srgbClr val="D7E3F0"/>
                </a:solidFill>
                <a:latin typeface="Aptos"/>
              </a:defRPr>
            </a:pPr>
            <a:r>
              <a:t>MevzuatAgent; yerel LLM ve RAG'i kontrollü kod inceleme, raporlama ve düzeltme akışına bağlar.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352544"/>
            <a:ext cx="10287000" cy="100584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517136"/>
            <a:ext cx="9829800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Kaynak notu: Bu sunum konuşmada verilen dokuz gereksinime göre hazırlanmıştır. Ekli dosya yalnızca PDF simgesi olarak erişilebildi; PDF içeriği ve rubriği doğrulanamadı.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B9CADC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B9CADC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MevzuatAgent - Ödev Sunumu</dc:title>
  <dc:subject>Proje gereksinimleri, mimari, testler ve sınırlamalar</dc:subject>
  <dc:creator>MevzuatAgent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